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5" r:id="rId1"/>
  </p:sldMasterIdLst>
  <p:sldIdLst>
    <p:sldId id="257" r:id="rId2"/>
    <p:sldId id="256" r:id="rId3"/>
    <p:sldId id="259" r:id="rId4"/>
    <p:sldId id="260" r:id="rId5"/>
    <p:sldId id="258"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5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2146112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1513629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2503191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2447692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2042569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3477970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3776082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2981191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882117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2819257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9D9B0D84-1F1A-4DEF-9537-5974DA758FE3}" type="datetimeFigureOut">
              <a:rPr kumimoji="1" lang="ja-JP" altLang="en-US" smtClean="0"/>
              <a:t>2017/3/1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1373006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9B0D84-1F1A-4DEF-9537-5974DA758FE3}" type="datetimeFigureOut">
              <a:rPr kumimoji="1" lang="ja-JP" altLang="en-US" smtClean="0"/>
              <a:t>2017/3/1</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E844FA-51B4-4E31-A6B4-DB8A2971BCC2}" type="slidenum">
              <a:rPr kumimoji="1" lang="ja-JP" altLang="en-US" smtClean="0"/>
              <a:t>‹#›</a:t>
            </a:fld>
            <a:endParaRPr kumimoji="1" lang="ja-JP" altLang="en-US"/>
          </a:p>
        </p:txBody>
      </p:sp>
    </p:spTree>
    <p:extLst>
      <p:ext uri="{BB962C8B-B14F-4D97-AF65-F5344CB8AC3E}">
        <p14:creationId xmlns:p14="http://schemas.microsoft.com/office/powerpoint/2010/main" val="3812276135"/>
      </p:ext>
    </p:extLst>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ゲーム内容</a:t>
            </a:r>
            <a:endParaRPr kumimoji="1" lang="ja-JP" altLang="en-US" dirty="0"/>
          </a:p>
        </p:txBody>
      </p:sp>
      <p:sp>
        <p:nvSpPr>
          <p:cNvPr id="3" name="テキスト ボックス 2"/>
          <p:cNvSpPr txBox="1"/>
          <p:nvPr/>
        </p:nvSpPr>
        <p:spPr>
          <a:xfrm>
            <a:off x="761847" y="1955421"/>
            <a:ext cx="10668305" cy="3416320"/>
          </a:xfrm>
          <a:prstGeom prst="rect">
            <a:avLst/>
          </a:prstGeom>
          <a:noFill/>
        </p:spPr>
        <p:txBody>
          <a:bodyPr wrap="none" rtlCol="0">
            <a:spAutoFit/>
          </a:bodyPr>
          <a:lstStyle/>
          <a:p>
            <a:r>
              <a:rPr kumimoji="1" lang="ja-JP" altLang="en-US" sz="2400" dirty="0" smtClean="0">
                <a:latin typeface="+mn-ea"/>
              </a:rPr>
              <a:t>ゲームジャンル：</a:t>
            </a:r>
            <a:r>
              <a:rPr kumimoji="1" lang="en-US" altLang="ja-JP" sz="2400" dirty="0" smtClean="0">
                <a:latin typeface="+mn-ea"/>
              </a:rPr>
              <a:t>3D</a:t>
            </a:r>
            <a:r>
              <a:rPr kumimoji="1" lang="ja-JP" altLang="en-US" sz="2400" dirty="0" smtClean="0">
                <a:latin typeface="+mn-ea"/>
              </a:rPr>
              <a:t>対戦</a:t>
            </a:r>
            <a:r>
              <a:rPr kumimoji="1" lang="ja-JP" altLang="en-US" sz="2400" dirty="0" smtClean="0">
                <a:latin typeface="+mn-ea"/>
              </a:rPr>
              <a:t>アクション</a:t>
            </a:r>
            <a:endParaRPr kumimoji="1" lang="en-US" altLang="ja-JP" sz="2400" dirty="0" smtClean="0">
              <a:latin typeface="+mn-ea"/>
            </a:endParaRPr>
          </a:p>
          <a:p>
            <a:endParaRPr lang="en-US" altLang="ja-JP" sz="2400" dirty="0">
              <a:latin typeface="+mn-ea"/>
            </a:endParaRPr>
          </a:p>
          <a:p>
            <a:r>
              <a:rPr lang="ja-JP" altLang="en-US" sz="2400" dirty="0"/>
              <a:t>プレイ人数：</a:t>
            </a:r>
            <a:r>
              <a:rPr lang="en-US" altLang="ja-JP" sz="2400" dirty="0"/>
              <a:t>2</a:t>
            </a:r>
            <a:r>
              <a:rPr lang="ja-JP" altLang="en-US" sz="2400" dirty="0"/>
              <a:t>～</a:t>
            </a:r>
            <a:r>
              <a:rPr lang="en-US" altLang="ja-JP" sz="2400" dirty="0"/>
              <a:t>4</a:t>
            </a:r>
            <a:r>
              <a:rPr lang="ja-JP" altLang="en-US" sz="2400" dirty="0"/>
              <a:t>人</a:t>
            </a:r>
          </a:p>
          <a:p>
            <a:endParaRPr lang="en-US" altLang="ja-JP" sz="2400" dirty="0">
              <a:latin typeface="+mn-ea"/>
            </a:endParaRPr>
          </a:p>
          <a:p>
            <a:r>
              <a:rPr lang="ja-JP" altLang="en-US" sz="2400" dirty="0"/>
              <a:t>キャラクターを操作して相手をステージの外に落としあう</a:t>
            </a:r>
            <a:r>
              <a:rPr lang="en-US" altLang="ja-JP" sz="2400" dirty="0"/>
              <a:t>3D</a:t>
            </a:r>
            <a:r>
              <a:rPr lang="ja-JP" altLang="en-US" sz="2400" dirty="0"/>
              <a:t>アクション格闘ゲーム</a:t>
            </a:r>
            <a:r>
              <a:rPr lang="ja-JP" altLang="en-US" sz="2400" dirty="0" smtClean="0"/>
              <a:t>。</a:t>
            </a:r>
            <a:endParaRPr lang="en-US" altLang="ja-JP" sz="2400" dirty="0" smtClean="0"/>
          </a:p>
          <a:p>
            <a:endParaRPr lang="en-US" altLang="ja-JP" sz="2400" dirty="0"/>
          </a:p>
          <a:p>
            <a:endParaRPr lang="en-US" altLang="ja-JP" sz="2400" dirty="0" smtClean="0"/>
          </a:p>
          <a:p>
            <a:endParaRPr lang="en-US" altLang="ja-JP" sz="2400" dirty="0" smtClean="0"/>
          </a:p>
          <a:p>
            <a:r>
              <a:rPr lang="ja-JP" altLang="en-US" sz="2400" dirty="0"/>
              <a:t>スマブラ</a:t>
            </a:r>
            <a:r>
              <a:rPr lang="ja-JP" altLang="en-US" sz="2400" dirty="0" smtClean="0"/>
              <a:t>が好きだったのでスマブラのようなゲームを作りたいと思い作りました。</a:t>
            </a:r>
            <a:endParaRPr lang="ja-JP" altLang="en-US" sz="2400" dirty="0"/>
          </a:p>
        </p:txBody>
      </p:sp>
    </p:spTree>
    <p:extLst>
      <p:ext uri="{BB962C8B-B14F-4D97-AF65-F5344CB8AC3E}">
        <p14:creationId xmlns:p14="http://schemas.microsoft.com/office/powerpoint/2010/main" val="14291601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82054" y="136476"/>
            <a:ext cx="3934346" cy="1012423"/>
          </a:xfrm>
        </p:spPr>
        <p:txBody>
          <a:bodyPr>
            <a:normAutofit/>
          </a:bodyPr>
          <a:lstStyle/>
          <a:p>
            <a:r>
              <a:rPr kumimoji="1" lang="ja-JP" altLang="en-US" dirty="0" smtClean="0"/>
              <a:t>操作説明</a:t>
            </a:r>
            <a:endParaRPr kumimoji="1" lang="ja-JP" altLang="en-US" dirty="0"/>
          </a:p>
        </p:txBody>
      </p:sp>
      <p:pic>
        <p:nvPicPr>
          <p:cNvPr id="4" name="図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0717" y="1785577"/>
            <a:ext cx="4762500" cy="3619500"/>
          </a:xfrm>
          <a:prstGeom prst="rect">
            <a:avLst/>
          </a:prstGeom>
        </p:spPr>
      </p:pic>
      <p:cxnSp>
        <p:nvCxnSpPr>
          <p:cNvPr id="8" name="直線コネクタ 7"/>
          <p:cNvCxnSpPr/>
          <p:nvPr/>
        </p:nvCxnSpPr>
        <p:spPr>
          <a:xfrm flipV="1">
            <a:off x="7369791" y="2727960"/>
            <a:ext cx="2185689" cy="13807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flipV="1">
            <a:off x="7049751" y="1981176"/>
            <a:ext cx="1412884" cy="56481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a:off x="7049751" y="3182668"/>
            <a:ext cx="1949469" cy="4126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flipV="1">
            <a:off x="2501900" y="2866030"/>
            <a:ext cx="2011680" cy="109637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a:off x="2501900" y="1801202"/>
            <a:ext cx="2011680" cy="39334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1004643" y="1443020"/>
            <a:ext cx="1223412" cy="707886"/>
          </a:xfrm>
          <a:prstGeom prst="rect">
            <a:avLst/>
          </a:prstGeom>
          <a:noFill/>
        </p:spPr>
        <p:txBody>
          <a:bodyPr wrap="none" rtlCol="0">
            <a:spAutoFit/>
          </a:bodyPr>
          <a:lstStyle/>
          <a:p>
            <a:r>
              <a:rPr kumimoji="1" lang="en-US" altLang="ja-JP" sz="2000" dirty="0" smtClean="0"/>
              <a:t>LB</a:t>
            </a:r>
            <a:r>
              <a:rPr kumimoji="1" lang="ja-JP" altLang="en-US" sz="2000" dirty="0" smtClean="0"/>
              <a:t>ボタン</a:t>
            </a:r>
            <a:r>
              <a:rPr lang="ja-JP" altLang="en-US" sz="2000" dirty="0" smtClean="0"/>
              <a:t>：</a:t>
            </a:r>
            <a:endParaRPr lang="en-US" altLang="ja-JP" sz="2000" dirty="0" smtClean="0"/>
          </a:p>
          <a:p>
            <a:r>
              <a:rPr kumimoji="1" lang="ja-JP" altLang="en-US" sz="2000" dirty="0"/>
              <a:t>ダッシュ</a:t>
            </a:r>
            <a:endParaRPr kumimoji="1" lang="en-US" altLang="ja-JP" sz="2000" dirty="0" smtClean="0"/>
          </a:p>
        </p:txBody>
      </p:sp>
      <p:sp>
        <p:nvSpPr>
          <p:cNvPr id="24" name="テキスト ボックス 23"/>
          <p:cNvSpPr txBox="1"/>
          <p:nvPr/>
        </p:nvSpPr>
        <p:spPr>
          <a:xfrm>
            <a:off x="1130300" y="3860800"/>
            <a:ext cx="1451038" cy="646331"/>
          </a:xfrm>
          <a:prstGeom prst="rect">
            <a:avLst/>
          </a:prstGeom>
          <a:noFill/>
        </p:spPr>
        <p:txBody>
          <a:bodyPr wrap="none" rtlCol="0">
            <a:spAutoFit/>
          </a:bodyPr>
          <a:lstStyle/>
          <a:p>
            <a:r>
              <a:rPr kumimoji="1" lang="ja-JP" altLang="en-US" dirty="0" smtClean="0"/>
              <a:t>左スティック：</a:t>
            </a:r>
            <a:endParaRPr kumimoji="1" lang="en-US" altLang="ja-JP" dirty="0" smtClean="0"/>
          </a:p>
          <a:p>
            <a:r>
              <a:rPr lang="ja-JP" altLang="en-US" dirty="0"/>
              <a:t>移動</a:t>
            </a:r>
            <a:endParaRPr kumimoji="1" lang="ja-JP" altLang="en-US" dirty="0"/>
          </a:p>
        </p:txBody>
      </p:sp>
      <p:sp>
        <p:nvSpPr>
          <p:cNvPr id="26" name="テキスト ボックス 25"/>
          <p:cNvSpPr txBox="1"/>
          <p:nvPr/>
        </p:nvSpPr>
        <p:spPr>
          <a:xfrm>
            <a:off x="8642813" y="1478036"/>
            <a:ext cx="1007007" cy="646331"/>
          </a:xfrm>
          <a:prstGeom prst="rect">
            <a:avLst/>
          </a:prstGeom>
          <a:noFill/>
        </p:spPr>
        <p:txBody>
          <a:bodyPr wrap="none" rtlCol="0">
            <a:spAutoFit/>
          </a:bodyPr>
          <a:lstStyle/>
          <a:p>
            <a:r>
              <a:rPr lang="en-US" altLang="ja-JP" dirty="0"/>
              <a:t>Y</a:t>
            </a:r>
            <a:r>
              <a:rPr kumimoji="1" lang="ja-JP" altLang="en-US" dirty="0" smtClean="0"/>
              <a:t>ボタン：</a:t>
            </a:r>
            <a:endParaRPr kumimoji="1" lang="en-US" altLang="ja-JP" dirty="0" smtClean="0"/>
          </a:p>
          <a:p>
            <a:r>
              <a:rPr kumimoji="1" lang="ja-JP" altLang="en-US" dirty="0" smtClean="0"/>
              <a:t>ジャンプ</a:t>
            </a:r>
            <a:endParaRPr kumimoji="1" lang="ja-JP" altLang="en-US" dirty="0"/>
          </a:p>
        </p:txBody>
      </p:sp>
      <p:sp>
        <p:nvSpPr>
          <p:cNvPr id="27" name="テキスト ボックス 26"/>
          <p:cNvSpPr txBox="1"/>
          <p:nvPr/>
        </p:nvSpPr>
        <p:spPr>
          <a:xfrm>
            <a:off x="9674750" y="2298847"/>
            <a:ext cx="1019831" cy="646331"/>
          </a:xfrm>
          <a:prstGeom prst="rect">
            <a:avLst/>
          </a:prstGeom>
          <a:noFill/>
        </p:spPr>
        <p:txBody>
          <a:bodyPr wrap="none" rtlCol="0">
            <a:spAutoFit/>
          </a:bodyPr>
          <a:lstStyle/>
          <a:p>
            <a:r>
              <a:rPr lang="en-US" altLang="ja-JP" dirty="0"/>
              <a:t>B</a:t>
            </a:r>
            <a:r>
              <a:rPr kumimoji="1" lang="ja-JP" altLang="en-US" dirty="0" smtClean="0"/>
              <a:t>ボタン：</a:t>
            </a:r>
            <a:endParaRPr kumimoji="1" lang="en-US" altLang="ja-JP" dirty="0" smtClean="0"/>
          </a:p>
          <a:p>
            <a:r>
              <a:rPr kumimoji="1" lang="ja-JP" altLang="en-US" dirty="0" smtClean="0"/>
              <a:t>パンチ</a:t>
            </a:r>
            <a:endParaRPr kumimoji="1" lang="ja-JP" altLang="en-US" dirty="0"/>
          </a:p>
        </p:txBody>
      </p:sp>
      <p:sp>
        <p:nvSpPr>
          <p:cNvPr id="28" name="テキスト ボックス 27"/>
          <p:cNvSpPr txBox="1"/>
          <p:nvPr/>
        </p:nvSpPr>
        <p:spPr>
          <a:xfrm>
            <a:off x="9013262" y="3513928"/>
            <a:ext cx="2667718" cy="646331"/>
          </a:xfrm>
          <a:prstGeom prst="rect">
            <a:avLst/>
          </a:prstGeom>
          <a:noFill/>
        </p:spPr>
        <p:txBody>
          <a:bodyPr wrap="none" rtlCol="0">
            <a:spAutoFit/>
          </a:bodyPr>
          <a:lstStyle/>
          <a:p>
            <a:r>
              <a:rPr lang="en-US" altLang="ja-JP" dirty="0"/>
              <a:t>A</a:t>
            </a:r>
            <a:r>
              <a:rPr kumimoji="1" lang="ja-JP" altLang="en-US" dirty="0" smtClean="0"/>
              <a:t>ボタン：</a:t>
            </a:r>
            <a:endParaRPr kumimoji="1" lang="en-US" altLang="ja-JP" dirty="0" smtClean="0"/>
          </a:p>
          <a:p>
            <a:r>
              <a:rPr kumimoji="1" lang="ja-JP" altLang="en-US" dirty="0" smtClean="0"/>
              <a:t>キック</a:t>
            </a:r>
            <a:r>
              <a:rPr kumimoji="1" lang="en-US" altLang="ja-JP" dirty="0" smtClean="0"/>
              <a:t>(</a:t>
            </a:r>
            <a:r>
              <a:rPr kumimoji="1" lang="ja-JP" altLang="en-US" dirty="0" smtClean="0"/>
              <a:t>長押しで溜め可能</a:t>
            </a:r>
            <a:r>
              <a:rPr kumimoji="1" lang="en-US" altLang="ja-JP" dirty="0" smtClean="0"/>
              <a:t>)</a:t>
            </a:r>
            <a:endParaRPr kumimoji="1" lang="ja-JP" altLang="en-US" dirty="0"/>
          </a:p>
        </p:txBody>
      </p:sp>
    </p:spTree>
    <p:extLst>
      <p:ext uri="{BB962C8B-B14F-4D97-AF65-F5344CB8AC3E}">
        <p14:creationId xmlns:p14="http://schemas.microsoft.com/office/powerpoint/2010/main" val="1523559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ゲームルール説明</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時間制</a:t>
            </a:r>
            <a:endParaRPr kumimoji="1" lang="en-US" altLang="ja-JP" dirty="0" smtClean="0"/>
          </a:p>
          <a:p>
            <a:pPr marL="0" indent="0">
              <a:buNone/>
            </a:pPr>
            <a:r>
              <a:rPr lang="ja-JP" altLang="en-US" dirty="0" smtClean="0"/>
              <a:t>時間内で一番多く倒した人の勝ち</a:t>
            </a:r>
            <a:endParaRPr lang="en-US" altLang="ja-JP" dirty="0" smtClean="0"/>
          </a:p>
          <a:p>
            <a:pPr marL="0" indent="0">
              <a:buNone/>
            </a:pPr>
            <a:endParaRPr lang="en-US" altLang="ja-JP" dirty="0"/>
          </a:p>
          <a:p>
            <a:r>
              <a:rPr kumimoji="1" lang="ja-JP" altLang="en-US" dirty="0" smtClean="0"/>
              <a:t>ストック制</a:t>
            </a:r>
            <a:endParaRPr kumimoji="1" lang="en-US" altLang="ja-JP" dirty="0" smtClean="0"/>
          </a:p>
          <a:p>
            <a:pPr marL="0" indent="0">
              <a:buNone/>
            </a:pPr>
            <a:r>
              <a:rPr lang="ja-JP" altLang="en-US" dirty="0"/>
              <a:t>最後</a:t>
            </a:r>
            <a:r>
              <a:rPr lang="ja-JP" altLang="en-US" dirty="0" smtClean="0"/>
              <a:t>まで生き残った</a:t>
            </a:r>
            <a:r>
              <a:rPr lang="ja-JP" altLang="en-US" dirty="0"/>
              <a:t>人</a:t>
            </a:r>
            <a:r>
              <a:rPr lang="ja-JP" altLang="en-US" dirty="0" smtClean="0"/>
              <a:t>の勝ち</a:t>
            </a:r>
            <a:endParaRPr kumimoji="1" lang="en-US" altLang="ja-JP" dirty="0" smtClean="0"/>
          </a:p>
          <a:p>
            <a:endParaRPr lang="en-US" altLang="ja-JP" dirty="0"/>
          </a:p>
          <a:p>
            <a:r>
              <a:rPr lang="en-US" altLang="ja-JP" dirty="0" smtClean="0"/>
              <a:t>KO</a:t>
            </a:r>
            <a:r>
              <a:rPr lang="ja-JP" altLang="en-US" dirty="0" smtClean="0"/>
              <a:t>制</a:t>
            </a:r>
            <a:endParaRPr lang="en-US" altLang="ja-JP" dirty="0" smtClean="0"/>
          </a:p>
          <a:p>
            <a:r>
              <a:rPr kumimoji="1" lang="ja-JP" altLang="en-US" dirty="0" smtClean="0"/>
              <a:t>指定された人数を一番最初に倒した人が勝ち</a:t>
            </a:r>
            <a:endParaRPr kumimoji="1" lang="ja-JP" altLang="en-US" dirty="0"/>
          </a:p>
        </p:txBody>
      </p:sp>
      <p:pic>
        <p:nvPicPr>
          <p:cNvPr id="8" name="図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4272" y="3285607"/>
            <a:ext cx="3796825" cy="469841"/>
          </a:xfrm>
          <a:prstGeom prst="rect">
            <a:avLst/>
          </a:prstGeom>
        </p:spPr>
      </p:pic>
      <p:pic>
        <p:nvPicPr>
          <p:cNvPr id="9" name="図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2189" y="1797202"/>
            <a:ext cx="4787301" cy="507936"/>
          </a:xfrm>
          <a:prstGeom prst="rect">
            <a:avLst/>
          </a:prstGeom>
        </p:spPr>
      </p:pic>
      <p:pic>
        <p:nvPicPr>
          <p:cNvPr id="10" name="図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19921" y="4735917"/>
            <a:ext cx="4660317" cy="622222"/>
          </a:xfrm>
          <a:prstGeom prst="rect">
            <a:avLst/>
          </a:prstGeom>
        </p:spPr>
      </p:pic>
    </p:spTree>
    <p:extLst>
      <p:ext uri="{BB962C8B-B14F-4D97-AF65-F5344CB8AC3E}">
        <p14:creationId xmlns:p14="http://schemas.microsoft.com/office/powerpoint/2010/main" val="22448199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24246" y="0"/>
            <a:ext cx="10515600" cy="1325563"/>
          </a:xfrm>
        </p:spPr>
        <p:txBody>
          <a:bodyPr/>
          <a:lstStyle/>
          <a:p>
            <a:r>
              <a:rPr kumimoji="1" lang="ja-JP" altLang="en-US" dirty="0" smtClean="0"/>
              <a:t>ゲーム画面説明</a:t>
            </a:r>
            <a:endParaRPr kumimoji="1" lang="ja-JP" altLang="en-US" dirty="0"/>
          </a:p>
        </p:txBody>
      </p:sp>
      <p:pic>
        <p:nvPicPr>
          <p:cNvPr id="5" name="図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4026" y="2024371"/>
            <a:ext cx="7051766" cy="3938723"/>
          </a:xfrm>
          <a:prstGeom prst="rect">
            <a:avLst/>
          </a:prstGeom>
        </p:spPr>
      </p:pic>
      <p:sp>
        <p:nvSpPr>
          <p:cNvPr id="7" name="正方形/長方形 6"/>
          <p:cNvSpPr/>
          <p:nvPr/>
        </p:nvSpPr>
        <p:spPr>
          <a:xfrm>
            <a:off x="2733766" y="4979488"/>
            <a:ext cx="1279434" cy="7736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6404066" y="2604950"/>
            <a:ext cx="666205" cy="95104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5642066" y="2134689"/>
            <a:ext cx="666205" cy="47026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p:cNvCxnSpPr/>
          <p:nvPr/>
        </p:nvCxnSpPr>
        <p:spPr>
          <a:xfrm flipH="1">
            <a:off x="6184900" y="1592263"/>
            <a:ext cx="219166" cy="5424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p:cNvSpPr txBox="1"/>
          <p:nvPr/>
        </p:nvSpPr>
        <p:spPr>
          <a:xfrm>
            <a:off x="6184900" y="1054100"/>
            <a:ext cx="1337226" cy="461665"/>
          </a:xfrm>
          <a:prstGeom prst="rect">
            <a:avLst/>
          </a:prstGeom>
          <a:noFill/>
        </p:spPr>
        <p:txBody>
          <a:bodyPr wrap="none" rtlCol="0">
            <a:spAutoFit/>
          </a:bodyPr>
          <a:lstStyle/>
          <a:p>
            <a:r>
              <a:rPr kumimoji="1" lang="ja-JP" altLang="en-US" sz="2400" dirty="0" smtClean="0"/>
              <a:t>残り時間</a:t>
            </a:r>
            <a:endParaRPr kumimoji="1" lang="ja-JP" altLang="en-US" sz="2400" dirty="0"/>
          </a:p>
        </p:txBody>
      </p:sp>
      <p:sp>
        <p:nvSpPr>
          <p:cNvPr id="14" name="テキスト ボックス 13"/>
          <p:cNvSpPr txBox="1"/>
          <p:nvPr/>
        </p:nvSpPr>
        <p:spPr>
          <a:xfrm>
            <a:off x="0" y="3325166"/>
            <a:ext cx="3485249" cy="1200329"/>
          </a:xfrm>
          <a:prstGeom prst="rect">
            <a:avLst/>
          </a:prstGeom>
          <a:noFill/>
        </p:spPr>
        <p:txBody>
          <a:bodyPr wrap="none" rtlCol="0">
            <a:spAutoFit/>
          </a:bodyPr>
          <a:lstStyle/>
          <a:p>
            <a:r>
              <a:rPr lang="ja-JP" altLang="en-US" sz="2400" dirty="0" smtClean="0"/>
              <a:t>％は受けたダメージ</a:t>
            </a:r>
            <a:endParaRPr lang="en-US" altLang="ja-JP" sz="2400" dirty="0" smtClean="0"/>
          </a:p>
          <a:p>
            <a:r>
              <a:rPr kumimoji="1" lang="en-US" altLang="ja-JP" sz="2400" dirty="0" smtClean="0"/>
              <a:t>KILL</a:t>
            </a:r>
            <a:r>
              <a:rPr lang="ja-JP" altLang="en-US" sz="2400" dirty="0" smtClean="0"/>
              <a:t>：〇は倒した数</a:t>
            </a:r>
            <a:endParaRPr lang="en-US" altLang="ja-JP" sz="2400" dirty="0" smtClean="0"/>
          </a:p>
          <a:p>
            <a:r>
              <a:rPr kumimoji="1" lang="ja-JP" altLang="en-US" sz="2400" dirty="0" smtClean="0"/>
              <a:t>∞の部分は残りのストック</a:t>
            </a:r>
            <a:endParaRPr kumimoji="1" lang="ja-JP" altLang="en-US" sz="2400" dirty="0"/>
          </a:p>
        </p:txBody>
      </p:sp>
      <p:cxnSp>
        <p:nvCxnSpPr>
          <p:cNvPr id="15" name="直線コネクタ 14"/>
          <p:cNvCxnSpPr>
            <a:endCxn id="7" idx="1"/>
          </p:cNvCxnSpPr>
          <p:nvPr/>
        </p:nvCxnSpPr>
        <p:spPr>
          <a:xfrm>
            <a:off x="1260566" y="4435810"/>
            <a:ext cx="1473200" cy="93048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flipH="1" flipV="1">
            <a:off x="7112496" y="3062826"/>
            <a:ext cx="2000795" cy="802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9116326" y="2681448"/>
            <a:ext cx="2681974" cy="1200329"/>
          </a:xfrm>
          <a:prstGeom prst="rect">
            <a:avLst/>
          </a:prstGeom>
          <a:noFill/>
        </p:spPr>
        <p:txBody>
          <a:bodyPr wrap="square" rtlCol="0">
            <a:spAutoFit/>
          </a:bodyPr>
          <a:lstStyle/>
          <a:p>
            <a:r>
              <a:rPr lang="ja-JP" altLang="en-US" sz="2400" dirty="0" smtClean="0"/>
              <a:t>現在一位の</a:t>
            </a:r>
            <a:endParaRPr lang="en-US" altLang="ja-JP" sz="2400" dirty="0" smtClean="0"/>
          </a:p>
          <a:p>
            <a:r>
              <a:rPr lang="ja-JP" altLang="en-US" sz="2400" dirty="0" smtClean="0"/>
              <a:t>プレイヤーの頭上には王冠が出現</a:t>
            </a:r>
            <a:endParaRPr kumimoji="1" lang="ja-JP" altLang="en-US" sz="2400" dirty="0"/>
          </a:p>
        </p:txBody>
      </p:sp>
    </p:spTree>
    <p:extLst>
      <p:ext uri="{BB962C8B-B14F-4D97-AF65-F5344CB8AC3E}">
        <p14:creationId xmlns:p14="http://schemas.microsoft.com/office/powerpoint/2010/main" val="21534571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0515600" cy="1325563"/>
          </a:xfrm>
        </p:spPr>
        <p:txBody>
          <a:bodyPr/>
          <a:lstStyle/>
          <a:p>
            <a:r>
              <a:rPr kumimoji="1" lang="ja-JP" altLang="en-US" dirty="0" smtClean="0"/>
              <a:t>各アクション説明</a:t>
            </a:r>
            <a:endParaRPr kumimoji="1" lang="ja-JP" altLang="en-US" dirty="0"/>
          </a:p>
        </p:txBody>
      </p:sp>
      <p:sp>
        <p:nvSpPr>
          <p:cNvPr id="3" name="コンテンツ プレースホルダー 2"/>
          <p:cNvSpPr>
            <a:spLocks noGrp="1"/>
          </p:cNvSpPr>
          <p:nvPr>
            <p:ph idx="1"/>
          </p:nvPr>
        </p:nvSpPr>
        <p:spPr>
          <a:xfrm>
            <a:off x="838200" y="1325564"/>
            <a:ext cx="10515600" cy="5402782"/>
          </a:xfrm>
        </p:spPr>
        <p:txBody>
          <a:bodyPr>
            <a:normAutofit fontScale="85000" lnSpcReduction="20000"/>
          </a:bodyPr>
          <a:lstStyle/>
          <a:p>
            <a:r>
              <a:rPr kumimoji="1" lang="ja-JP" altLang="en-US" dirty="0" smtClean="0"/>
              <a:t>パンチ：</a:t>
            </a:r>
            <a:endParaRPr kumimoji="1" lang="en-US" altLang="ja-JP" dirty="0" smtClean="0"/>
          </a:p>
          <a:p>
            <a:pPr marL="0" indent="0">
              <a:buNone/>
            </a:pPr>
            <a:r>
              <a:rPr lang="ja-JP" altLang="en-US" dirty="0" smtClean="0"/>
              <a:t>攻撃力・吹き飛ばし力は低いが出が早く、隙も</a:t>
            </a:r>
            <a:r>
              <a:rPr lang="ja-JP" altLang="en-US" dirty="0" smtClean="0"/>
              <a:t>少ない</a:t>
            </a:r>
            <a:endParaRPr lang="en-US" altLang="ja-JP" dirty="0" smtClean="0"/>
          </a:p>
          <a:p>
            <a:pPr marL="0" indent="0">
              <a:buNone/>
            </a:pPr>
            <a:endParaRPr lang="en-US" altLang="ja-JP" dirty="0"/>
          </a:p>
          <a:p>
            <a:r>
              <a:rPr lang="ja-JP" altLang="en-US" dirty="0" smtClean="0"/>
              <a:t>キック</a:t>
            </a:r>
            <a:r>
              <a:rPr lang="ja-JP" altLang="en-US" dirty="0"/>
              <a:t>：</a:t>
            </a:r>
            <a:endParaRPr lang="en-US" altLang="ja-JP" dirty="0"/>
          </a:p>
          <a:p>
            <a:pPr marL="0" indent="0">
              <a:buNone/>
            </a:pPr>
            <a:r>
              <a:rPr lang="ja-JP" altLang="en-US" dirty="0" smtClean="0"/>
              <a:t>パンチ</a:t>
            </a:r>
            <a:r>
              <a:rPr lang="ja-JP" altLang="en-US" dirty="0" smtClean="0"/>
              <a:t>よりも隙が大きいが攻撃力・吹き飛ばし力は高く溜めも可能。</a:t>
            </a:r>
            <a:endParaRPr lang="en-US" altLang="ja-JP" dirty="0" smtClean="0"/>
          </a:p>
          <a:p>
            <a:pPr marL="0" indent="0">
              <a:buNone/>
            </a:pPr>
            <a:r>
              <a:rPr lang="ja-JP" altLang="en-US" dirty="0" smtClean="0"/>
              <a:t>最大まで溜めた蹴りの威力は絶大。</a:t>
            </a:r>
            <a:endParaRPr lang="en-US" altLang="ja-JP" dirty="0" smtClean="0"/>
          </a:p>
          <a:p>
            <a:pPr marL="0" indent="0">
              <a:buNone/>
            </a:pPr>
            <a:endParaRPr lang="en-US" altLang="ja-JP" dirty="0" smtClean="0"/>
          </a:p>
          <a:p>
            <a:pPr marL="0" indent="0">
              <a:buNone/>
            </a:pPr>
            <a:r>
              <a:rPr lang="ja-JP" altLang="en-US" dirty="0" smtClean="0"/>
              <a:t>・ダッシュ</a:t>
            </a:r>
            <a:endParaRPr lang="en-US" altLang="ja-JP" dirty="0" smtClean="0"/>
          </a:p>
          <a:p>
            <a:pPr marL="0" indent="0">
              <a:buNone/>
            </a:pPr>
            <a:r>
              <a:rPr lang="ja-JP" altLang="en-US" dirty="0" smtClean="0"/>
              <a:t>移動速度が上がる。</a:t>
            </a:r>
            <a:endParaRPr lang="en-US" altLang="ja-JP" dirty="0" smtClean="0"/>
          </a:p>
          <a:p>
            <a:pPr marL="0" indent="0">
              <a:buNone/>
            </a:pPr>
            <a:r>
              <a:rPr lang="ja-JP" altLang="en-US" dirty="0" smtClean="0"/>
              <a:t>ダッシュ中に攻撃することで吹き飛ばし力を上げた攻撃を放てる。</a:t>
            </a:r>
            <a:endParaRPr lang="en-US" altLang="ja-JP" dirty="0" smtClean="0"/>
          </a:p>
          <a:p>
            <a:pPr marL="0" indent="0">
              <a:buNone/>
            </a:pPr>
            <a:endParaRPr lang="en-US" altLang="ja-JP" dirty="0" smtClean="0"/>
          </a:p>
          <a:p>
            <a:pPr marL="0" indent="0">
              <a:buNone/>
            </a:pPr>
            <a:r>
              <a:rPr lang="ja-JP" altLang="en-US" dirty="0" smtClean="0"/>
              <a:t>・ジャンプ</a:t>
            </a:r>
            <a:endParaRPr lang="en-US" altLang="ja-JP" dirty="0" smtClean="0"/>
          </a:p>
          <a:p>
            <a:pPr marL="0" indent="0">
              <a:buNone/>
            </a:pPr>
            <a:r>
              <a:rPr lang="ja-JP" altLang="en-US" dirty="0" smtClean="0"/>
              <a:t>空中での二段ジャンプが可能。</a:t>
            </a:r>
            <a:endParaRPr lang="en-US" altLang="ja-JP" dirty="0" smtClean="0"/>
          </a:p>
          <a:p>
            <a:pPr marL="0" indent="0">
              <a:buNone/>
            </a:pPr>
            <a:r>
              <a:rPr lang="ja-JP" altLang="en-US" dirty="0" smtClean="0"/>
              <a:t>ジャンプ</a:t>
            </a:r>
            <a:r>
              <a:rPr lang="ja-JP" altLang="en-US" dirty="0"/>
              <a:t>中</a:t>
            </a:r>
            <a:r>
              <a:rPr lang="ja-JP" altLang="en-US" dirty="0" smtClean="0"/>
              <a:t>での</a:t>
            </a:r>
            <a:r>
              <a:rPr lang="ja-JP" altLang="en-US" dirty="0"/>
              <a:t>攻撃</a:t>
            </a:r>
            <a:r>
              <a:rPr lang="ja-JP" altLang="en-US" dirty="0" smtClean="0"/>
              <a:t>は上方向に吹き飛ばしやすい。</a:t>
            </a:r>
            <a:endParaRPr lang="en-US" altLang="ja-JP" dirty="0" smtClean="0"/>
          </a:p>
        </p:txBody>
      </p:sp>
      <p:pic>
        <p:nvPicPr>
          <p:cNvPr id="4" name="図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6853" y="802202"/>
            <a:ext cx="1358840" cy="1412480"/>
          </a:xfrm>
          <a:prstGeom prst="rect">
            <a:avLst/>
          </a:prstGeom>
        </p:spPr>
      </p:pic>
      <p:pic>
        <p:nvPicPr>
          <p:cNvPr id="5" name="図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8020" y="3272974"/>
            <a:ext cx="1536508" cy="1066667"/>
          </a:xfrm>
          <a:prstGeom prst="rect">
            <a:avLst/>
          </a:prstGeom>
        </p:spPr>
      </p:pic>
      <p:pic>
        <p:nvPicPr>
          <p:cNvPr id="6" name="図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2800" y="3209481"/>
            <a:ext cx="1066667" cy="1130159"/>
          </a:xfrm>
          <a:prstGeom prst="rect">
            <a:avLst/>
          </a:prstGeom>
        </p:spPr>
      </p:pic>
      <p:pic>
        <p:nvPicPr>
          <p:cNvPr id="8" name="図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75972" y="3769616"/>
            <a:ext cx="2438095" cy="2958730"/>
          </a:xfrm>
          <a:prstGeom prst="rect">
            <a:avLst/>
          </a:prstGeom>
        </p:spPr>
      </p:pic>
      <p:pic>
        <p:nvPicPr>
          <p:cNvPr id="7" name="図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68187" y="5097390"/>
            <a:ext cx="3492063" cy="1189660"/>
          </a:xfrm>
          <a:prstGeom prst="rect">
            <a:avLst/>
          </a:prstGeom>
        </p:spPr>
      </p:pic>
    </p:spTree>
    <p:extLst>
      <p:ext uri="{BB962C8B-B14F-4D97-AF65-F5344CB8AC3E}">
        <p14:creationId xmlns:p14="http://schemas.microsoft.com/office/powerpoint/2010/main" val="7340969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5523660"/>
            <a:ext cx="10688542" cy="1352739"/>
          </a:xfrm>
          <a:prstGeom prst="rect">
            <a:avLst/>
          </a:prstGeom>
        </p:spPr>
      </p:pic>
      <p:sp>
        <p:nvSpPr>
          <p:cNvPr id="2" name="タイトル 1"/>
          <p:cNvSpPr>
            <a:spLocks noGrp="1"/>
          </p:cNvSpPr>
          <p:nvPr>
            <p:ph type="title"/>
          </p:nvPr>
        </p:nvSpPr>
        <p:spPr/>
        <p:txBody>
          <a:bodyPr/>
          <a:lstStyle/>
          <a:p>
            <a:r>
              <a:rPr kumimoji="1" lang="ja-JP" altLang="en-US" dirty="0" smtClean="0"/>
              <a:t>頑張ったこと</a:t>
            </a:r>
            <a:endParaRPr kumimoji="1" lang="ja-JP" altLang="en-US" dirty="0"/>
          </a:p>
        </p:txBody>
      </p:sp>
      <p:sp>
        <p:nvSpPr>
          <p:cNvPr id="3" name="コンテンツ プレースホルダー 2"/>
          <p:cNvSpPr>
            <a:spLocks noGrp="1"/>
          </p:cNvSpPr>
          <p:nvPr>
            <p:ph idx="1"/>
          </p:nvPr>
        </p:nvSpPr>
        <p:spPr/>
        <p:txBody>
          <a:bodyPr>
            <a:normAutofit/>
          </a:bodyPr>
          <a:lstStyle/>
          <a:p>
            <a:r>
              <a:rPr lang="ja-JP" altLang="ja-JP" sz="3200" dirty="0"/>
              <a:t>作るうえで頑張ったことはスマブラを参考にして出来るだけ似せたものを作ろうとしたことです。たとえばダメージの％</a:t>
            </a:r>
            <a:r>
              <a:rPr lang="ja-JP" altLang="ja-JP" sz="3200" dirty="0" smtClean="0"/>
              <a:t>表記や</a:t>
            </a:r>
            <a:r>
              <a:rPr lang="ja-JP" altLang="ja-JP" sz="3200" dirty="0"/>
              <a:t>、ルール、キャラクターの選択画面、</a:t>
            </a:r>
            <a:r>
              <a:rPr lang="ja-JP" altLang="ja-JP" sz="3200" dirty="0" smtClean="0"/>
              <a:t>吹き飛ばし</a:t>
            </a:r>
            <a:r>
              <a:rPr lang="en-US" altLang="ja-JP" sz="3200" dirty="0" smtClean="0"/>
              <a:t>etc</a:t>
            </a:r>
            <a:r>
              <a:rPr lang="en-US" altLang="ja-JP" sz="3200" dirty="0"/>
              <a:t>…</a:t>
            </a:r>
            <a:r>
              <a:rPr lang="ja-JP" altLang="ja-JP" sz="3200" dirty="0"/>
              <a:t>実際にスマブラをプレイして参考にしながら実装していきました。</a:t>
            </a:r>
          </a:p>
          <a:p>
            <a:endParaRPr kumimoji="1" lang="ja-JP" altLang="en-US" sz="3200" dirty="0"/>
          </a:p>
        </p:txBody>
      </p:sp>
      <p:pic>
        <p:nvPicPr>
          <p:cNvPr id="5" name="図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1514" y="3780320"/>
            <a:ext cx="2305372" cy="1895740"/>
          </a:xfrm>
          <a:prstGeom prst="rect">
            <a:avLst/>
          </a:prstGeom>
        </p:spPr>
      </p:pic>
    </p:spTree>
    <p:extLst>
      <p:ext uri="{BB962C8B-B14F-4D97-AF65-F5344CB8AC3E}">
        <p14:creationId xmlns:p14="http://schemas.microsoft.com/office/powerpoint/2010/main" val="10261365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TotalTime>
  <Words>277</Words>
  <Application>Microsoft Office PowerPoint</Application>
  <PresentationFormat>ワイド画面</PresentationFormat>
  <Paragraphs>54</Paragraphs>
  <Slides>6</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ＭＳ Ｐゴシック</vt:lpstr>
      <vt:lpstr>Arial</vt:lpstr>
      <vt:lpstr>Calibri</vt:lpstr>
      <vt:lpstr>Calibri Light</vt:lpstr>
      <vt:lpstr>Office テーマ</vt:lpstr>
      <vt:lpstr>ゲーム内容</vt:lpstr>
      <vt:lpstr>操作説明</vt:lpstr>
      <vt:lpstr>ゲームルール説明</vt:lpstr>
      <vt:lpstr>ゲーム画面説明</vt:lpstr>
      <vt:lpstr>各アクション説明</vt:lpstr>
      <vt:lpstr>頑張ったこと</vt:lpstr>
    </vt:vector>
  </TitlesOfParts>
  <Company>Toshiba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操作説明</dc:title>
  <dc:creator>flanbel owen</dc:creator>
  <cp:lastModifiedBy>flanbel owen</cp:lastModifiedBy>
  <cp:revision>10</cp:revision>
  <dcterms:created xsi:type="dcterms:W3CDTF">2017-02-27T07:34:53Z</dcterms:created>
  <dcterms:modified xsi:type="dcterms:W3CDTF">2017-03-01T05:28:03Z</dcterms:modified>
</cp:coreProperties>
</file>