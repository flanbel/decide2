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67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128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6964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367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947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070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1413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268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204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213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199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B0D84-1F1A-4DEF-9537-5974DA758FE3}" type="datetimeFigureOut">
              <a:rPr kumimoji="1" lang="ja-JP" altLang="en-US" smtClean="0"/>
              <a:t>2017/2/28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844FA-51B4-4E31-A6B4-DB8A2971BCC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93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ゲーム内容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282890" y="2006221"/>
            <a:ext cx="3456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ゲームジャンル：</a:t>
            </a:r>
            <a:r>
              <a:rPr kumimoji="1" lang="en-US" altLang="ja-JP" dirty="0" smtClean="0"/>
              <a:t>3D</a:t>
            </a:r>
            <a:r>
              <a:rPr kumimoji="1" lang="ja-JP" altLang="en-US" dirty="0" smtClean="0"/>
              <a:t>対戦アクション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2889" y="2691086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プレイ人数：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～</a:t>
            </a:r>
            <a:r>
              <a:rPr kumimoji="1" lang="en-US" altLang="ja-JP" dirty="0" smtClean="0"/>
              <a:t>4</a:t>
            </a:r>
            <a:r>
              <a:rPr kumimoji="1" lang="ja-JP" altLang="en-US" dirty="0" smtClean="0"/>
              <a:t>人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73958" y="3507475"/>
            <a:ext cx="801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キャラクタ</a:t>
            </a:r>
            <a:r>
              <a:rPr lang="ja-JP" altLang="en-US" dirty="0" smtClean="0"/>
              <a:t>ーを操作して相手を</a:t>
            </a:r>
            <a:r>
              <a:rPr kumimoji="1" lang="ja-JP" altLang="en-US" dirty="0" smtClean="0"/>
              <a:t>ステージ</a:t>
            </a:r>
            <a:r>
              <a:rPr kumimoji="1" lang="ja-JP" altLang="en-US" dirty="0" smtClean="0"/>
              <a:t>の外に</a:t>
            </a:r>
            <a:r>
              <a:rPr kumimoji="1" lang="ja-JP" altLang="en-US" dirty="0" smtClean="0"/>
              <a:t>落としあう</a:t>
            </a:r>
            <a:r>
              <a:rPr kumimoji="1" lang="en-US" altLang="ja-JP" dirty="0" smtClean="0"/>
              <a:t>3D</a:t>
            </a:r>
            <a:r>
              <a:rPr kumimoji="1" lang="ja-JP" altLang="en-US" smtClean="0"/>
              <a:t>アクション格闘</a:t>
            </a:r>
            <a:r>
              <a:rPr kumimoji="1" lang="ja-JP" altLang="en-US" dirty="0" smtClean="0"/>
              <a:t>ゲーム。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916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82054" y="136476"/>
            <a:ext cx="3934346" cy="1012423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操作</a:t>
            </a:r>
            <a:r>
              <a:rPr kumimoji="1" lang="ja-JP" altLang="en-US" dirty="0" smtClean="0"/>
              <a:t>説明</a:t>
            </a:r>
            <a:endParaRPr kumimoji="1" lang="ja-JP" altLang="en-US" dirty="0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717" y="1785577"/>
            <a:ext cx="4762500" cy="3619500"/>
          </a:xfrm>
          <a:prstGeom prst="rect">
            <a:avLst/>
          </a:prstGeom>
        </p:spPr>
      </p:pic>
      <p:cxnSp>
        <p:nvCxnSpPr>
          <p:cNvPr id="8" name="直線コネクタ 7"/>
          <p:cNvCxnSpPr/>
          <p:nvPr/>
        </p:nvCxnSpPr>
        <p:spPr>
          <a:xfrm flipV="1">
            <a:off x="7369791" y="2727960"/>
            <a:ext cx="2185689" cy="1380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/>
          <p:cNvCxnSpPr/>
          <p:nvPr/>
        </p:nvCxnSpPr>
        <p:spPr>
          <a:xfrm flipV="1">
            <a:off x="7049751" y="1981176"/>
            <a:ext cx="1412884" cy="56481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/>
        </p:nvCxnSpPr>
        <p:spPr>
          <a:xfrm>
            <a:off x="7049751" y="3182668"/>
            <a:ext cx="1949469" cy="4126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/>
          <p:cNvCxnSpPr/>
          <p:nvPr/>
        </p:nvCxnSpPr>
        <p:spPr>
          <a:xfrm flipH="1" flipV="1">
            <a:off x="6959600" y="1344498"/>
            <a:ext cx="90151" cy="7836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 flipV="1">
            <a:off x="2501900" y="2866030"/>
            <a:ext cx="2011680" cy="10963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/>
          <p:cNvCxnSpPr/>
          <p:nvPr/>
        </p:nvCxnSpPr>
        <p:spPr>
          <a:xfrm>
            <a:off x="2501900" y="1801202"/>
            <a:ext cx="2011680" cy="39334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/>
          <p:cNvSpPr txBox="1"/>
          <p:nvPr/>
        </p:nvSpPr>
        <p:spPr>
          <a:xfrm>
            <a:off x="1004643" y="1443020"/>
            <a:ext cx="122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LB</a:t>
            </a:r>
            <a:r>
              <a:rPr kumimoji="1" lang="ja-JP" altLang="en-US" sz="2000" dirty="0" smtClean="0"/>
              <a:t>ボタン</a:t>
            </a:r>
            <a:r>
              <a:rPr lang="ja-JP" altLang="en-US" sz="2000" dirty="0" smtClean="0"/>
              <a:t>：</a:t>
            </a:r>
            <a:endParaRPr lang="en-US" altLang="ja-JP" sz="2000" dirty="0" smtClean="0"/>
          </a:p>
          <a:p>
            <a:r>
              <a:rPr kumimoji="1" lang="ja-JP" altLang="en-US" sz="2000" dirty="0"/>
              <a:t>ダッシュ</a:t>
            </a:r>
            <a:endParaRPr kumimoji="1" lang="en-US" altLang="ja-JP" sz="2000" dirty="0" smtClean="0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1130300" y="3860800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左スティック：</a:t>
            </a:r>
            <a:endParaRPr kumimoji="1" lang="en-US" altLang="ja-JP" dirty="0" smtClean="0"/>
          </a:p>
          <a:p>
            <a:r>
              <a:rPr lang="ja-JP" altLang="en-US" dirty="0"/>
              <a:t>移動</a:t>
            </a:r>
            <a:endParaRPr kumimoji="1" lang="ja-JP" altLang="en-US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6756400" y="787400"/>
            <a:ext cx="17059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RB</a:t>
            </a:r>
            <a:r>
              <a:rPr kumimoji="1" lang="ja-JP" altLang="en-US" dirty="0" smtClean="0"/>
              <a:t>ボタン：</a:t>
            </a:r>
            <a:endParaRPr kumimoji="1" lang="en-US" altLang="ja-JP" dirty="0" smtClean="0"/>
          </a:p>
          <a:p>
            <a:r>
              <a:rPr lang="ja-JP" altLang="en-US" dirty="0"/>
              <a:t>アイテム</a:t>
            </a:r>
            <a:r>
              <a:rPr lang="ja-JP" altLang="en-US" dirty="0" smtClean="0"/>
              <a:t>の</a:t>
            </a:r>
            <a:r>
              <a:rPr lang="ja-JP" altLang="en-US" dirty="0"/>
              <a:t>破棄</a:t>
            </a:r>
            <a:endParaRPr kumimoji="1" lang="ja-JP" altLang="en-US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8642813" y="1478036"/>
            <a:ext cx="1007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Y</a:t>
            </a:r>
            <a:r>
              <a:rPr kumimoji="1" lang="ja-JP" altLang="en-US" dirty="0" smtClean="0"/>
              <a:t>ボタン：</a:t>
            </a:r>
            <a:endParaRPr kumimoji="1" lang="en-US" altLang="ja-JP" dirty="0" smtClean="0"/>
          </a:p>
          <a:p>
            <a:r>
              <a:rPr kumimoji="1" lang="ja-JP" altLang="en-US" dirty="0" smtClean="0"/>
              <a:t>ジャンプ</a:t>
            </a:r>
            <a:endParaRPr kumimoji="1" lang="ja-JP" altLang="en-US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9674750" y="2298847"/>
            <a:ext cx="3215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</a:t>
            </a:r>
            <a:r>
              <a:rPr kumimoji="1" lang="ja-JP" altLang="en-US" dirty="0" smtClean="0"/>
              <a:t>ボタン：</a:t>
            </a:r>
            <a:endParaRPr kumimoji="1" lang="en-US" altLang="ja-JP" dirty="0" smtClean="0"/>
          </a:p>
          <a:p>
            <a:r>
              <a:rPr kumimoji="1" lang="ja-JP" altLang="en-US" dirty="0" smtClean="0"/>
              <a:t>パンチ</a:t>
            </a:r>
            <a:r>
              <a:rPr kumimoji="1" lang="en-US" altLang="ja-JP" dirty="0" smtClean="0"/>
              <a:t>/</a:t>
            </a:r>
          </a:p>
          <a:p>
            <a:r>
              <a:rPr kumimoji="1" lang="ja-JP" altLang="en-US" dirty="0" smtClean="0"/>
              <a:t>アイテムを拾う</a:t>
            </a:r>
            <a:r>
              <a:rPr kumimoji="1" lang="en-US" altLang="ja-JP" dirty="0" smtClean="0"/>
              <a:t>/</a:t>
            </a:r>
            <a:r>
              <a:rPr kumimoji="1" lang="ja-JP" altLang="en-US" dirty="0" smtClean="0"/>
              <a:t>アイテムの使用</a:t>
            </a:r>
            <a:endParaRPr kumimoji="1" lang="ja-JP" altLang="en-US" dirty="0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9013262" y="3513928"/>
            <a:ext cx="2667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</a:t>
            </a:r>
            <a:r>
              <a:rPr kumimoji="1" lang="ja-JP" altLang="en-US" dirty="0" smtClean="0"/>
              <a:t>ボタン：</a:t>
            </a:r>
            <a:endParaRPr kumimoji="1" lang="en-US" altLang="ja-JP" dirty="0" smtClean="0"/>
          </a:p>
          <a:p>
            <a:r>
              <a:rPr kumimoji="1" lang="ja-JP" altLang="en-US" dirty="0" smtClean="0"/>
              <a:t>キック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長押しで溜め可能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355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 smtClean="0"/>
              <a:t>各アクション説明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838200" y="1325564"/>
            <a:ext cx="10515600" cy="5402782"/>
          </a:xfrm>
        </p:spPr>
        <p:txBody>
          <a:bodyPr>
            <a:normAutofit fontScale="85000" lnSpcReduction="20000"/>
          </a:bodyPr>
          <a:lstStyle/>
          <a:p>
            <a:r>
              <a:rPr kumimoji="1" lang="ja-JP" altLang="en-US" dirty="0" smtClean="0"/>
              <a:t>パンチ：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攻撃力・吹き飛ばし力は低いが出が早く、隙も少ない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・キック：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パンチよりも隙が大きいが攻撃力・吹き飛ばし力は高く溜めも可能。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最大まで溜めた蹴りの威力は絶大。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・ダッシュ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移動速度が上がる。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ダッシュ中に攻撃することで吹き飛ばし力を上げた攻撃を放てる。</a:t>
            </a:r>
            <a:endParaRPr lang="en-US" altLang="ja-JP" dirty="0" smtClean="0"/>
          </a:p>
          <a:p>
            <a:pPr marL="0" indent="0">
              <a:buNone/>
            </a:pP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・ジャンプ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空中での二段ジャンプが可能。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空中</a:t>
            </a:r>
            <a:r>
              <a:rPr lang="ja-JP" altLang="en-US" dirty="0" smtClean="0"/>
              <a:t>での</a:t>
            </a:r>
            <a:r>
              <a:rPr lang="ja-JP" altLang="en-US" dirty="0"/>
              <a:t>攻撃</a:t>
            </a:r>
            <a:r>
              <a:rPr lang="ja-JP" altLang="en-US" dirty="0" smtClean="0"/>
              <a:t>は上方向に吹き飛ばしやすい。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73409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160</Words>
  <Application>Microsoft Office PowerPoint</Application>
  <PresentationFormat>ワイド画面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Office テーマ</vt:lpstr>
      <vt:lpstr>ゲーム内容</vt:lpstr>
      <vt:lpstr>操作説明</vt:lpstr>
      <vt:lpstr>各アクション説明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操作説明</dc:title>
  <dc:creator>flanbel owen</dc:creator>
  <cp:lastModifiedBy>flanbel owen</cp:lastModifiedBy>
  <cp:revision>6</cp:revision>
  <dcterms:created xsi:type="dcterms:W3CDTF">2017-02-27T07:34:53Z</dcterms:created>
  <dcterms:modified xsi:type="dcterms:W3CDTF">2017-02-28T10:02:45Z</dcterms:modified>
</cp:coreProperties>
</file>